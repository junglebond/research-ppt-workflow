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2"/>
  </p:sldMasterIdLst>
  <p:notesMasterIdLst>
    <p:notesMasterId r:id="rId46"/>
  </p:notesMasterIdLst>
  <p:handoutMasterIdLst>
    <p:handoutMasterId r:id="rId47"/>
  </p:handoutMasterIdLst>
  <p:sldIdLst>
    <p:sldId id="1882" r:id="rId33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97"/>
    <a:srgbClr val="FFD7D6"/>
    <a:srgbClr val="015790"/>
    <a:srgbClr val="005E9C"/>
    <a:srgbClr val="E4F3DA"/>
    <a:srgbClr val="DAE3F6"/>
    <a:srgbClr val="0070C0"/>
    <a:srgbClr val="F2F2F2"/>
    <a:srgbClr val="E6E6E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 autoAdjust="0"/>
    <p:restoredTop sz="70532" autoAdjust="0"/>
  </p:normalViewPr>
  <p:slideViewPr>
    <p:cSldViewPr snapToGrid="0" showGuides="1">
      <p:cViewPr varScale="1">
        <p:scale>
          <a:sx n="83" d="100"/>
          <a:sy n="83" d="100"/>
        </p:scale>
        <p:origin x="2048" y="200"/>
      </p:cViewPr>
      <p:guideLst>
        <p:guide orient="horz" pos="2149"/>
        <p:guide pos="3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360"/>
    </p:cViewPr>
  </p:sorterViewPr>
  <p:notesViewPr>
    <p:cSldViewPr snapToGrid="0">
      <p:cViewPr varScale="1">
        <p:scale>
          <a:sx n="92" d="100"/>
          <a:sy n="92" d="100"/>
        </p:scale>
        <p:origin x="3187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47" Type="http://schemas.openxmlformats.org/officeDocument/2006/relationships/handoutMaster" Target="handoutMasters/handoutMaster1.xml"/><Relationship Id="rId6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61" Type="http://schemas.openxmlformats.org/officeDocument/2006/relationships/viewProps" Target="viewProps.xml"/><Relationship Id="rId33" Type="http://schemas.openxmlformats.org/officeDocument/2006/relationships/slide" Target="slides/slide31.xml"/><Relationship Id="rId46" Type="http://schemas.openxmlformats.org/officeDocument/2006/relationships/notesMaster" Target="notesMasters/notesMaster1.xml"/><Relationship Id="rId59" Type="http://schemas.openxmlformats.org/officeDocument/2006/relationships/tags" Target="tags/tag1.xml"/><Relationship Id="rId62" Type="http://schemas.openxmlformats.org/officeDocument/2006/relationships/theme" Target="theme/theme1.xml"/><Relationship Id="rId6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Microsoft Sans Serif" panose="020B0604020202020204" charset="0"/>
              <a:ea typeface="Microsoft Sans Serif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31751-79A3-46AB-92C3-06A80894A4A0}" type="datetimeFigureOut">
              <a:rPr lang="zh-CN" altLang="en-US" smtClean="0">
                <a:latin typeface="Microsoft Sans Serif" panose="020B0604020202020204" charset="0"/>
                <a:ea typeface="Microsoft Sans Serif" panose="020B0604020202020204" charset="0"/>
                <a:cs typeface="Times New Roman" panose="02020603050405020304" pitchFamily="18" charset="0"/>
              </a:rPr>
              <a:t>2025/11/11</a:t>
            </a:fld>
            <a:endParaRPr lang="zh-CN" altLang="en-US" dirty="0">
              <a:latin typeface="Microsoft Sans Serif" panose="020B0604020202020204" charset="0"/>
              <a:ea typeface="Microsoft Sans Serif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Microsoft Sans Serif" panose="020B0604020202020204" charset="0"/>
              <a:ea typeface="Microsoft Sans Serif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85ED9-4A2F-4036-BD95-1CA1E6FFF8C4}" type="slidenum">
              <a:rPr lang="zh-CN" altLang="en-US" smtClean="0">
                <a:latin typeface="Microsoft Sans Serif" panose="020B0604020202020204" charset="0"/>
                <a:ea typeface="Microsoft Sans Serif" panose="020B0604020202020204" charset="0"/>
                <a:cs typeface="Times New Roman" panose="02020603050405020304" pitchFamily="18" charset="0"/>
              </a:rPr>
              <a:t>‹#›</a:t>
            </a:fld>
            <a:endParaRPr lang="zh-CN" altLang="en-US" dirty="0">
              <a:latin typeface="Microsoft Sans Serif" panose="020B0604020202020204" charset="0"/>
              <a:ea typeface="Microsoft Sans Serif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Sans Serif" panose="020B0604020202020204" charset="0"/>
                <a:ea typeface="Microsoft Sans Serif" panose="020B0604020202020204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Sans Serif" panose="020B0604020202020204" charset="0"/>
                <a:ea typeface="Microsoft Sans Serif" panose="020B0604020202020204" charset="0"/>
                <a:cs typeface="Times New Roman" panose="02020603050405020304" pitchFamily="18" charset="0"/>
              </a:defRPr>
            </a:lvl1pPr>
          </a:lstStyle>
          <a:p>
            <a:fld id="{0132180B-42C1-4BF5-8B5E-278F548837AF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Sans Serif" panose="020B0604020202020204" charset="0"/>
                <a:ea typeface="Microsoft Sans Serif" panose="020B0604020202020204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Sans Serif" panose="020B0604020202020204" charset="0"/>
                <a:ea typeface="Microsoft Sans Serif" panose="020B0604020202020204" charset="0"/>
                <a:cs typeface="Times New Roman" panose="02020603050405020304" pitchFamily="18" charset="0"/>
              </a:defRPr>
            </a:lvl1pPr>
          </a:lstStyle>
          <a:p>
            <a:fld id="{FE3E95D1-A1D5-45A2-8126-978792AEB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Sans Serif" panose="020B0604020202020204" charset="0"/>
        <a:ea typeface="Microsoft Sans Serif" panose="020B0604020202020204" charset="0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Sans Serif" panose="020B0604020202020204" charset="0"/>
        <a:ea typeface="Microsoft Sans Serif" panose="020B0604020202020204" charset="0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Sans Serif" panose="020B0604020202020204" charset="0"/>
        <a:ea typeface="Microsoft Sans Serif" panose="020B0604020202020204" charset="0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Sans Serif" panose="020B0604020202020204" charset="0"/>
        <a:ea typeface="Microsoft Sans Serif" panose="020B0604020202020204" charset="0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Sans Serif" panose="020B0604020202020204" charset="0"/>
        <a:ea typeface="Microsoft Sans Serif" panose="020B0604020202020204" charset="0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5.xml.rels><?xml version='1.0' encoding='UTF-8' standalone='yes'?>
<Relationships xmlns="http://schemas.openxmlformats.org/package/2006/relationships"><Relationship Id="rId7" Type="http://schemas.openxmlformats.org/officeDocument/2006/relationships/slideMaster" Target="../slideMasters/slideMaster2.xml"/></Relationships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白底蓝色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/>
          <p:nvPr userDrawn="1"/>
        </p:nvSpPr>
        <p:spPr>
          <a:xfrm>
            <a:off x="0" y="0"/>
            <a:ext cx="12192000" cy="544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4300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 dirty="0"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005E9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Sans Serif" panose="020B0604020202020204" charset="0"/>
              <a:ea typeface="Microsoft Sans Serif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2.xml.rels><?xml version='1.0' encoding='UTF-8' standalone='yes'?>
<Relationships xmlns="http://schemas.openxmlformats.org/package/2006/relationships"><Relationship Id="rId16" Type="http://schemas.openxmlformats.org/officeDocument/2006/relationships/theme" Target="../theme/theme2.xml"/><Relationship Id="rId6" Type="http://schemas.openxmlformats.org/officeDocument/2006/relationships/slideLayout" Target="../slideLayouts/slideLayout15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Microsoft Sans Serif" panose="020B0604020202020204" charset="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Microsoft Sans Serif" panose="020B060402020202020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Microsoft Sans Serif" panose="020B060402020202020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Microsoft Sans Serif" panose="020B060402020202020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Microsoft Sans Serif" panose="020B060402020202020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Microsoft Sans Serif" panose="020B060402020202020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COMMONDATA" val="eyJoZGlkIjoiOTE4ZDM5NmY4YzNkNTY5N2UzNDAxYTM4ZWZkMjEzOWQifQ=="/>
</p:tagLst>
</file>

<file path=ppt/theme/theme1.xml><?xml version="1.0" encoding="utf-8"?>
<a:theme xmlns:a="http://schemas.openxmlformats.org/drawingml/2006/main" name="Office 主题​​">
  <a:themeElements>
    <a:clrScheme name="学校">
      <a:dk1>
        <a:sysClr val="windowText" lastClr="000000"/>
      </a:dk1>
      <a:lt1>
        <a:sysClr val="window" lastClr="FFFFFF"/>
      </a:lt1>
      <a:dk2>
        <a:srgbClr val="515763"/>
      </a:dk2>
      <a:lt2>
        <a:srgbClr val="EFF3F4"/>
      </a:lt2>
      <a:accent1>
        <a:srgbClr val="005E9C"/>
      </a:accent1>
      <a:accent2>
        <a:srgbClr val="FEC373"/>
      </a:accent2>
      <a:accent3>
        <a:srgbClr val="FF9400"/>
      </a:accent3>
      <a:accent4>
        <a:srgbClr val="514ED9"/>
      </a:accent4>
      <a:accent5>
        <a:srgbClr val="24DDCE"/>
      </a:accent5>
      <a:accent6>
        <a:srgbClr val="24CEA1"/>
      </a:accent6>
      <a:hlink>
        <a:srgbClr val="5FA7EF"/>
      </a:hlink>
      <a:folHlink>
        <a:srgbClr val="515763"/>
      </a:folHlink>
    </a:clrScheme>
    <a:fontScheme name="商务字体1">
      <a:majorFont>
        <a:latin typeface="Segoe UI"/>
        <a:ea typeface="Microsoft Sans Serif"/>
        <a:cs typeface=""/>
      </a:majorFont>
      <a:minorFont>
        <a:latin typeface="Microsoft Sans Serif"/>
        <a:ea typeface="Microsoft Sans Seri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Microsoft Sans Serif"/>
        <a:cs typeface=""/>
      </a:majorFont>
      <a:minorFont>
        <a:latin typeface="Times New Roman"/>
        <a:ea typeface="Microsoft Sans Serif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Sans Serif"/>
        <a:ea typeface=""/>
        <a:cs typeface=""/>
        <a:font script="Jpan" typeface="游ゴシック"/>
        <a:font script="Hang" typeface="맑은 고딕"/>
        <a:font script="Hans" typeface="Microsoft Sans Serif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Sans Serif"/>
        <a:ea typeface=""/>
        <a:cs typeface=""/>
        <a:font script="Jpan" typeface="游ゴシック"/>
        <a:font script="Hang" typeface="맑은 고딕"/>
        <a:font script="Hans" typeface="Microsoft Sans Serif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1066</TotalTime>
  <Words>5009</Words>
  <Application>Microsoft Macintosh PowerPoint</Application>
  <PresentationFormat>宽屏</PresentationFormat>
  <Paragraphs>815</Paragraphs>
  <Slides>43</Slides>
  <Notes>43</Notes>
  <HiddenSlides>0</HiddenSlides>
  <MMClips>3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微软雅黑</vt:lpstr>
      <vt:lpstr>Cambria Math</vt:lpstr>
      <vt:lpstr>Wingdings</vt:lpstr>
      <vt:lpstr>微软雅黑</vt:lpstr>
      <vt:lpstr>PingFangSC-Regular</vt:lpstr>
      <vt:lpstr>Microsoft Sans Serif</vt:lpstr>
      <vt:lpstr>Times New Roman</vt:lpstr>
      <vt:lpstr>Arial</vt:lpstr>
      <vt:lpstr>DejaVu Math TeX Gyre</vt:lpstr>
      <vt:lpstr>PangMenZhengDao-Cu</vt:lpstr>
      <vt:lpstr>等线</vt:lpstr>
      <vt:lpstr>Source Han Sans CN Bold</vt:lpstr>
      <vt:lpstr>Office 主题​​</vt:lpstr>
      <vt:lpstr>3_WPS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1095</cp:revision>
  <dcterms:created xsi:type="dcterms:W3CDTF">2025-11-10T12:59:31Z</dcterms:created>
  <dcterms:modified xsi:type="dcterms:W3CDTF">2025-11-11T14:54:48Z</dcterms:modified>
</cp:coreProperties>
</file>
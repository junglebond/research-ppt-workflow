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1EC21-927E-46BC-9CF7-48CFB2568C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9D82-6A10-470E-8F8D-BA6F636564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897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A1BB-05F4-5DCB-64B9-A9C7E3038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0E6252-C649-644C-8DB6-84ABE4583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9CF69-76BE-563D-6570-4CE0B74B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E9476-D546-86CD-2531-48602909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5B71B0-41E4-72E3-BD45-8F9D1FE6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95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008FC-CD87-0143-7AF4-917E37A6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B83C0A-6FEF-2CCF-6267-A4AE5DB26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9E37A6-0892-C474-EB7F-827D0957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1D790F-239F-FB2D-F5E2-A8F00763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0495EB-7652-709D-FF78-A9A5FD52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68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1AA11-8CF3-6689-F964-A9F63843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F54FEE-16DA-3CD4-A07C-A1255648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EAAE7-6763-88BA-5996-3C670E3A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5FBA6-A29F-AF50-962B-188B0681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359456-4013-85CB-102C-98752446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55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128FB-129E-CE9B-4A67-F8BCA7EA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C29AE7-DBC3-CF25-CC64-386904078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D5B761-641F-EBF5-9693-CCFC25D88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0333A6-F47A-4E38-CB86-A431B4F1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AA4314-0E2E-C3C1-C105-83E1A7BB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631790-B9B7-369A-AD46-C1F0CBB4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99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72243F-2BF8-4AB8-882F-3695BBD5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EF723F-B86A-6886-D59C-89C2DAD17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557205-4B7F-A550-82CE-7C0326B48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3EDD89-34D6-F949-C02F-364E359E1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085990-36F6-5277-14F9-C09FE6922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711286-70B8-D59E-2F96-9A56B11A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140F30-1263-7244-8873-8B760C82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074CEE-7D0C-1220-2239-5B55DF18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58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66F23-9005-98C1-A1FA-B09A498D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AAD9C2-B4AB-6A58-B695-4B3FE2B2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A4E05D-80AC-595B-F720-79C2D515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E66F80-9905-352C-5030-DC4DD9BF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90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72AB75-D0EE-5492-9216-57EAD972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59FE77-A1CF-A74D-4302-BB0FB6DA4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A8B386-7E94-E6BA-2AC0-5AB7BD88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77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5C5D9-7B7A-B98C-D3F4-0ED6B3E2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EDF7AD-FE5B-D335-1C38-A893305F2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D18799-36BD-3829-34AF-47A6EFE4D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141CA0-5675-5F62-4BFC-67A9CABE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2FD7CD-A05F-19DC-71CD-724FFFC2F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FAE74C-E1C5-9364-E1B1-B039E544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27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10F66-845F-AFE8-BBBF-6A36893E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A2E71E-DC0E-E7ED-282D-F0C894CE5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FF3D55-B587-C2F8-16FC-D31837938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C56CB-A869-9963-4D52-12517E57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AA3DB-D0C6-710F-DE5B-E8C4A024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0E04AB-1EAA-4B86-C07F-01C58050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DD756-C37A-B0AF-EE01-F1B7E153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B6B5E5-C42A-2463-BA9E-21FEE7EB6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9D217A-EA03-43BA-AABF-232876F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0D387-E036-3873-FB89-E510CB66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EF368-F8FE-17A5-7741-505CCC94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04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73300E-AB54-8795-2F53-64ECE0BA4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14A92D-DFB1-71DC-002A-60F7AE5B9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B5D23-DF9C-AA64-6C2E-5C2B35A0C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0D404-9FC6-1555-9171-C9A4B8F3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5A3E8-DF3B-ECBF-710F-7A20E4BA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9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1770E1-0DB7-9E38-DD27-D7FA27BB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61B0B6-646D-C7AB-808B-B3439961F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78E44-0FA7-B6AE-F51E-43891897A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77B70-162E-47B2-8169-57C5589B9916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F3374-3F9D-BA52-B58F-63FE46189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22ABF8-19FF-CB9C-B4CD-86465604C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6D6AE-1EB3-4CC6-B9CA-267AD9A5BA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72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" y="0"/>
            <a:ext cx="2276927" cy="6858000"/>
          </a:xfrm>
          <a:prstGeom prst="rect">
            <a:avLst/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680487" y="1345355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80487" y="219944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680487" y="305353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80487" y="3907631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4785386" y="1362267"/>
            <a:ext cx="5893897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研究背景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4785387" y="2216359"/>
            <a:ext cx="5907344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文献综述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4785386" y="3070451"/>
            <a:ext cx="5961125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研究目标与内容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4785386" y="3924543"/>
            <a:ext cx="5954401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技术路线</a:t>
            </a:r>
          </a:p>
        </p:txBody>
      </p:sp>
      <p:sp>
        <p:nvSpPr>
          <p:cNvPr id="65" name="TextBox 79"/>
          <p:cNvSpPr txBox="1"/>
          <p:nvPr/>
        </p:nvSpPr>
        <p:spPr>
          <a:xfrm>
            <a:off x="247658" y="2797398"/>
            <a:ext cx="15985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 录</a:t>
            </a:r>
          </a:p>
        </p:txBody>
      </p:sp>
      <p:sp>
        <p:nvSpPr>
          <p:cNvPr id="2" name="圆角矩形 4"/>
          <p:cNvSpPr/>
          <p:nvPr/>
        </p:nvSpPr>
        <p:spPr>
          <a:xfrm>
            <a:off x="3680487" y="4827608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58"/>
          <p:cNvSpPr/>
          <p:nvPr/>
        </p:nvSpPr>
        <p:spPr>
          <a:xfrm>
            <a:off x="4785386" y="4844520"/>
            <a:ext cx="5963373" cy="577144"/>
          </a:xfrm>
          <a:prstGeom prst="roundRect">
            <a:avLst>
              <a:gd name="adj" fmla="val 50000"/>
            </a:avLst>
          </a:prstGeom>
          <a:solidFill>
            <a:srgbClr val="015D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研究进度安排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4"/>
    </mc:Choice>
    <mc:Fallback xmlns="">
      <p:transition spd="slow" advTm="4574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宽屏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</cp:revision>
  <dcterms:created xsi:type="dcterms:W3CDTF">2026-10-22T04:40:33Z</dcterms:created>
  <dcterms:modified xsi:type="dcterms:W3CDTF">2026-10-22T04:40:35Z</dcterms:modified>
</cp:coreProperties>
</file>